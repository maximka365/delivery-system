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DAE8E8F-7489-47C1-AD15-E20220A078CD}" type="datetimeFigureOut">
              <a:rPr lang="ru-RU" smtClean="0"/>
              <a:t>13.12.2022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1C875212-6501-4356-84FE-A520901AA728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195736" y="620688"/>
            <a:ext cx="53103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Министерство образования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Иркутской области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(ГБПОУИО «ИАТ»)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564" y="2507278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КП.09.02.03.22.19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.05 ПЗ</a:t>
            </a:r>
          </a:p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970584" y="3557443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ИНФОРМАЦИОННАЯ СИСТЕМА «СЕРВИС ДОСТАВКИ</a:t>
            </a:r>
            <a:r>
              <a:rPr lang="ru-RU" b="1" dirty="0" smtClean="0"/>
              <a:t>»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64088" y="4564377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Группа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ПКС-19-3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Студент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Кондратьев М.Ю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Руководитель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Кудрявцева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М.А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50804" y="6093295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Иркутск 2022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87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3648" y="2492896"/>
            <a:ext cx="7408333" cy="1584176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Актуальностью создания информационной системы «Сервис доставки» заключается именно в том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что созданная система позволит пользователю создавать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просматривать и доставлять заказы.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Актуальность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71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1840" y="398620"/>
            <a:ext cx="324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latin typeface="Times New Roman" pitchFamily="18" charset="0"/>
                <a:cs typeface="Times New Roman" pitchFamily="18" charset="0"/>
              </a:rPr>
              <a:t>Цель</a:t>
            </a:r>
            <a:endParaRPr lang="ru-RU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83768" y="2348880"/>
            <a:ext cx="48965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Основной задачей будущего программного продукта является автоматизацией системы доставки, а именно отслеживание заявки.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5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31840" y="332656"/>
            <a:ext cx="324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 smtClean="0">
                <a:latin typeface="Times New Roman" pitchFamily="18" charset="0"/>
                <a:cs typeface="Times New Roman" pitchFamily="18" charset="0"/>
              </a:rPr>
              <a:t>Задачи</a:t>
            </a:r>
            <a:endParaRPr lang="ru-RU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3913" y="1431921"/>
            <a:ext cx="40324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процессе курсового проектирования необходимо решить следующие задачи: 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провести анализ предметной области и представить его описание;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разработать техническое задание;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выполнить проектирование информационной системы;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спроектировать базу данных</a:t>
            </a:r>
            <a:r>
              <a:rPr lang="en-US" dirty="0"/>
              <a:t>;</a:t>
            </a:r>
            <a:endParaRPr lang="ru-RU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разработать структуру и интерфейс;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разработать информационную систему</a:t>
            </a:r>
            <a:r>
              <a:rPr lang="en-US" dirty="0"/>
              <a:t>;</a:t>
            </a:r>
            <a:endParaRPr lang="ru-RU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провести тестирование и отладку</a:t>
            </a:r>
            <a:r>
              <a:rPr lang="en-US" dirty="0"/>
              <a:t>;</a:t>
            </a:r>
            <a:endParaRPr lang="ru-RU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dirty="0"/>
              <a:t>написать руководство пользователя ИС</a:t>
            </a:r>
            <a:r>
              <a:rPr lang="en-US" dirty="0"/>
              <a:t>.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84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9752" y="404664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979712" y="403886"/>
            <a:ext cx="5832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Анализ инструментальных средств разработки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How to Enable Autocomplete MySQL workben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4653136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Visual Studio Code — Википеди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88839"/>
            <a:ext cx="2164867" cy="216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HP — Википед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563738"/>
            <a:ext cx="2966436" cy="160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JavaScript — Википедия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059" y="1924395"/>
            <a:ext cx="2293751" cy="229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-108520" y="4218147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 –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Visual Studio code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89013" y="3181675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PHP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1820" y="638132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MySQL Workbench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4876" y="436750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JavaScript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5736" y="332656"/>
            <a:ext cx="5148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Структурная схема ИС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95536" y="2204864"/>
            <a:ext cx="3850478" cy="26642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4806994" y="2204865"/>
            <a:ext cx="3901231" cy="26642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20575" y="5085184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Структурная схема ИС Пользователя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7409" y="5091591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Диаграмма взаимодействия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6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5736" y="332656"/>
            <a:ext cx="5148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Функциональная схема ИС</a:t>
            </a:r>
            <a:endParaRPr lang="ru-RU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575" y="5085184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7 – Контекстная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диаграмма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673" y="5085183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8 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Диаграмма декомпозиции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17655" y="1938577"/>
            <a:ext cx="4206240" cy="29019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4745435" y="1938577"/>
            <a:ext cx="4206875" cy="29070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7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7704" y="332656"/>
            <a:ext cx="576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Проектирование базы данных</a:t>
            </a:r>
            <a:endParaRPr lang="ru-RU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3528" y="1739327"/>
            <a:ext cx="4536504" cy="33599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5148064" y="1763235"/>
            <a:ext cx="3712845" cy="33121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20575" y="5085184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9 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Инфологическая модель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673" y="5085183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10 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-модель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8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9752" y="337508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Проектирование интерфейса 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3508" y="2276872"/>
            <a:ext cx="4392488" cy="25922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0" y="1988840"/>
            <a:ext cx="4048874" cy="30704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20575" y="5085184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11 – Главная страница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48673" y="5085183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12 – Код главной страницы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9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546698"/>
            <a:ext cx="3989712" cy="19500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060848"/>
            <a:ext cx="4520686" cy="26330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46176" y="4745956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Личный кабинет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88127" y="4891714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Личного кабинета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9752" y="337508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Проектирование интерфейса </a:t>
            </a:r>
          </a:p>
        </p:txBody>
      </p:sp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41" y="2564904"/>
            <a:ext cx="4559569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603" y="2564904"/>
            <a:ext cx="4200904" cy="22322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8425" y="4903339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Админ панель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31855" y="4891714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Рисунок 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Код админ панели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9752" y="337508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Проектирование интерфейса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9904" y="64886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31840" y="332656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Заключение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91780" y="1700808"/>
            <a:ext cx="432048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 ходе создания курсового проекта были решены поставленные задачи. Был определен и реализован функционал информационной системы. Были рассмотрены возможные реализации информационной системы с использованием разных технологий и языков </a:t>
            </a:r>
            <a:r>
              <a:rPr lang="ru-RU" dirty="0" err="1" smtClean="0"/>
              <a:t>программирования.В</a:t>
            </a:r>
            <a:r>
              <a:rPr lang="ru-RU" dirty="0" smtClean="0"/>
              <a:t> дальнейшем в информационная система планируется расширение функционала и совершенствования интерфейса.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1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178</TotalTime>
  <Words>300</Words>
  <Application>Microsoft Office PowerPoint</Application>
  <PresentationFormat>Экран (4:3)</PresentationFormat>
  <Paragraphs>61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Волна</vt:lpstr>
      <vt:lpstr>Презентация PowerPoint</vt:lpstr>
      <vt:lpstr>Актуальность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Максим Кондратьев</dc:creator>
  <cp:lastModifiedBy>Максим Кондратьев</cp:lastModifiedBy>
  <cp:revision>10</cp:revision>
  <dcterms:created xsi:type="dcterms:W3CDTF">2022-12-13T09:01:47Z</dcterms:created>
  <dcterms:modified xsi:type="dcterms:W3CDTF">2022-12-13T12:00:00Z</dcterms:modified>
</cp:coreProperties>
</file>